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06" d="100"/>
          <a:sy n="106" d="100"/>
        </p:scale>
        <p:origin x="1336" y="480"/>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12/2/25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12/2/25</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capri.co.za/" TargetMode="External"/><Relationship Id="rId3" Type="http://schemas.openxmlformats.org/officeDocument/2006/relationships/hyperlink" Target="https://www.playtfr.com/" TargetMode="External"/><Relationship Id="rId7" Type="http://schemas.openxmlformats.org/officeDocument/2006/relationships/hyperlink" Target="https://www.propertybrokers.co.nz/" TargetMode="External"/><Relationship Id="rId12" Type="http://schemas.openxmlformats.org/officeDocument/2006/relationships/hyperlink" Target="https://showorchard.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mypension.sony.co.uk/" TargetMode="External"/><Relationship Id="rId11" Type="http://schemas.openxmlformats.org/officeDocument/2006/relationships/hyperlink" Target="https://santamonica.gov/" TargetMode="External"/><Relationship Id="rId5" Type="http://schemas.openxmlformats.org/officeDocument/2006/relationships/hyperlink" Target="https://www.houseofblues.com/" TargetMode="External"/><Relationship Id="rId10" Type="http://schemas.openxmlformats.org/officeDocument/2006/relationships/hyperlink" Target="https://folkways.si.edu/" TargetMode="External"/><Relationship Id="rId4" Type="http://schemas.openxmlformats.org/officeDocument/2006/relationships/hyperlink" Target="https://www.rvc.ac.uk/" TargetMode="External"/><Relationship Id="rId9" Type="http://schemas.openxmlformats.org/officeDocument/2006/relationships/hyperlink" Target="https://roswell.ilea.state.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8</a:t>
            </a:r>
            <a:r>
              <a:rPr lang="hu-HU" dirty="0"/>
              <a:t>, ASP.NET </a:t>
            </a:r>
            <a:r>
              <a:rPr lang="en-US" dirty="0"/>
              <a:t>Core</a:t>
            </a:r>
            <a:r>
              <a:rPr lang="hu-HU" dirty="0"/>
              <a:t> MVC</a:t>
            </a:r>
            <a:endParaRPr lang="en-US" dirty="0"/>
          </a:p>
          <a:p>
            <a:r>
              <a:rPr lang="en-US" dirty="0"/>
              <a:t>Open-source (.NET Foundation)</a:t>
            </a:r>
          </a:p>
          <a:p>
            <a:r>
              <a:rPr lang="en-US" dirty="0">
                <a:cs typeface="Calibri"/>
              </a:rPr>
              <a:t>85</a:t>
            </a:r>
            <a:r>
              <a:rPr lang="hu-HU" dirty="0">
                <a:cs typeface="Calibri"/>
              </a:rPr>
              <a:t>00 </a:t>
            </a:r>
            <a:r>
              <a:rPr lang="en-US" dirty="0">
                <a:cs typeface="Calibri"/>
              </a:rPr>
              <a:t>commits</a:t>
            </a:r>
            <a:r>
              <a:rPr lang="hu-HU" dirty="0">
                <a:cs typeface="Calibri"/>
              </a:rPr>
              <a:t>, </a:t>
            </a:r>
            <a:r>
              <a:rPr lang="en-US" dirty="0">
                <a:cs typeface="Calibri"/>
              </a:rPr>
              <a:t>300</a:t>
            </a:r>
            <a:r>
              <a:rPr lang="hu-HU" dirty="0">
                <a:cs typeface="Calibri"/>
              </a:rPr>
              <a:t> </a:t>
            </a:r>
            <a:r>
              <a:rPr lang="en-US" dirty="0">
                <a:cs typeface="Calibri"/>
              </a:rPr>
              <a:t>contributors</a:t>
            </a:r>
            <a:r>
              <a:rPr lang="hu-HU" dirty="0">
                <a:cs typeface="Calibri"/>
              </a:rPr>
              <a:t>, </a:t>
            </a:r>
            <a:r>
              <a:rPr lang="en-US" dirty="0">
                <a:cs typeface="Calibri"/>
              </a:rPr>
              <a:t>70</a:t>
            </a:r>
            <a:r>
              <a:rPr lang="hu-HU" dirty="0">
                <a:cs typeface="Calibri"/>
              </a:rPr>
              <a:t>00 </a:t>
            </a:r>
            <a:r>
              <a:rPr lang="en-US" dirty="0">
                <a:cs typeface="Calibri"/>
              </a:rPr>
              <a:t>issues</a:t>
            </a:r>
            <a:r>
              <a:rPr lang="hu-HU" dirty="0">
                <a:cs typeface="Calibri"/>
              </a:rPr>
              <a:t> (</a:t>
            </a:r>
            <a:r>
              <a:rPr lang="en-US" dirty="0">
                <a:cs typeface="Calibri"/>
              </a:rPr>
              <a:t>61</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11800 commits, 1</a:t>
            </a:r>
            <a:r>
              <a:rPr lang="hu-HU" dirty="0"/>
              <a:t>80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fontScale="92500" lnSpcReduction="20000"/>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https://www.houseofblues.com/</a:t>
            </a:r>
            <a:endParaRPr lang="en-US" dirty="0"/>
          </a:p>
          <a:p>
            <a:r>
              <a:rPr lang="en-US" dirty="0">
                <a:hlinkClick r:id="rId6"/>
              </a:rPr>
              <a:t>https://mypension.sony.co.uk/</a:t>
            </a:r>
            <a:endParaRPr lang="en-US" dirty="0"/>
          </a:p>
          <a:p>
            <a:r>
              <a:rPr lang="en-US" dirty="0">
                <a:hlinkClick r:id="rId7"/>
              </a:rPr>
              <a:t>https://www.propertybrokers.co.nz/</a:t>
            </a:r>
            <a:endParaRPr lang="en-US" dirty="0"/>
          </a:p>
          <a:p>
            <a:r>
              <a:rPr lang="en-US" dirty="0">
                <a:hlinkClick r:id="rId8"/>
              </a:rPr>
              <a:t>https://capri.co.za/</a:t>
            </a:r>
            <a:endParaRPr lang="en-US" dirty="0"/>
          </a:p>
          <a:p>
            <a:r>
              <a:rPr lang="en-US" dirty="0">
                <a:hlinkClick r:id="rId9"/>
              </a:rPr>
              <a:t>https://roswell.ilea.state.gov/</a:t>
            </a:r>
            <a:endParaRPr lang="en-US" dirty="0"/>
          </a:p>
          <a:p>
            <a:r>
              <a:rPr lang="en-US" dirty="0">
                <a:hlinkClick r:id="rId10"/>
              </a:rPr>
              <a:t>https://folkways.si.edu/</a:t>
            </a:r>
            <a:endParaRPr lang="en-US" dirty="0"/>
          </a:p>
          <a:p>
            <a:r>
              <a:rPr lang="en-US" dirty="0">
                <a:hlinkClick r:id="rId11"/>
              </a:rPr>
              <a:t>https://santamonica.gov/</a:t>
            </a:r>
            <a:endParaRPr lang="en-US" dirty="0"/>
          </a:p>
          <a:p>
            <a:r>
              <a:rPr lang="en-US"/>
              <a:t>Also see </a:t>
            </a:r>
            <a:r>
              <a:rPr lang="en-US">
                <a:hlinkClick r:id="rId12"/>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597</TotalTime>
  <Words>805</Words>
  <Application>Microsoft Macintosh PowerPoint</Application>
  <PresentationFormat>Szélesvásznú</PresentationFormat>
  <Paragraphs>76</Paragraphs>
  <Slides>14</Slides>
  <Notes>13</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PowerPoint-bemutató</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Viktória Magyar</cp:lastModifiedBy>
  <cp:revision>82</cp:revision>
  <dcterms:created xsi:type="dcterms:W3CDTF">2019-11-23T13:27:02Z</dcterms:created>
  <dcterms:modified xsi:type="dcterms:W3CDTF">2025-12-02T21:44:51Z</dcterms:modified>
</cp:coreProperties>
</file>
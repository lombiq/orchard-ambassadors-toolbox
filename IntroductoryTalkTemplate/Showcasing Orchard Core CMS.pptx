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96" autoAdjust="0"/>
    <p:restoredTop sz="94624" autoAdjust="0"/>
  </p:normalViewPr>
  <p:slideViewPr>
    <p:cSldViewPr snapToGrid="0">
      <p:cViewPr varScale="1">
        <p:scale>
          <a:sx n="86" d="100"/>
          <a:sy n="86" d="100"/>
        </p:scale>
        <p:origin x="120" y="1518"/>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2/1/2025</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folkways.si.edu/" TargetMode="External"/><Relationship Id="rId3" Type="http://schemas.openxmlformats.org/officeDocument/2006/relationships/hyperlink" Target="https://www.playtfr.com/" TargetMode="External"/><Relationship Id="rId7" Type="http://schemas.openxmlformats.org/officeDocument/2006/relationships/hyperlink" Target="https://santamonica.gov/"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www.houseofblues.com/" TargetMode="External"/><Relationship Id="rId5" Type="http://schemas.openxmlformats.org/officeDocument/2006/relationships/hyperlink" Target="https://fly.eg/" TargetMode="External"/><Relationship Id="rId10" Type="http://schemas.openxmlformats.org/officeDocument/2006/relationships/hyperlink" Target="https://showorchard.com/" TargetMode="External"/><Relationship Id="rId4" Type="http://schemas.openxmlformats.org/officeDocument/2006/relationships/hyperlink" Target="https://www.rvc.ac.uk/" TargetMode="External"/><Relationship Id="rId9" Type="http://schemas.openxmlformats.org/officeDocument/2006/relationships/hyperlink" Target="https://esd.wa.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8</a:t>
            </a:r>
            <a:r>
              <a:rPr lang="hu-HU" dirty="0"/>
              <a:t>, ASP.NET </a:t>
            </a:r>
            <a:r>
              <a:rPr lang="en-US" dirty="0"/>
              <a:t>Core</a:t>
            </a:r>
            <a:r>
              <a:rPr lang="hu-HU" dirty="0"/>
              <a:t> MVC</a:t>
            </a:r>
            <a:endParaRPr lang="en-US" dirty="0"/>
          </a:p>
          <a:p>
            <a:r>
              <a:rPr lang="en-US" dirty="0"/>
              <a:t>Open-source (.NET Foundation)</a:t>
            </a:r>
          </a:p>
          <a:p>
            <a:r>
              <a:rPr lang="en-US" dirty="0">
                <a:cs typeface="Calibri"/>
              </a:rPr>
              <a:t>85</a:t>
            </a:r>
            <a:r>
              <a:rPr lang="hu-HU" dirty="0">
                <a:cs typeface="Calibri"/>
              </a:rPr>
              <a:t>00 </a:t>
            </a:r>
            <a:r>
              <a:rPr lang="en-US" dirty="0">
                <a:cs typeface="Calibri"/>
              </a:rPr>
              <a:t>commits</a:t>
            </a:r>
            <a:r>
              <a:rPr lang="hu-HU" dirty="0">
                <a:cs typeface="Calibri"/>
              </a:rPr>
              <a:t>, </a:t>
            </a:r>
            <a:r>
              <a:rPr lang="en-US" dirty="0">
                <a:cs typeface="Calibri"/>
              </a:rPr>
              <a:t>300</a:t>
            </a:r>
            <a:r>
              <a:rPr lang="hu-HU" dirty="0">
                <a:cs typeface="Calibri"/>
              </a:rPr>
              <a:t> </a:t>
            </a:r>
            <a:r>
              <a:rPr lang="en-US" dirty="0">
                <a:cs typeface="Calibri"/>
              </a:rPr>
              <a:t>contributors</a:t>
            </a:r>
            <a:r>
              <a:rPr lang="hu-HU" dirty="0">
                <a:cs typeface="Calibri"/>
              </a:rPr>
              <a:t>, </a:t>
            </a:r>
            <a:r>
              <a:rPr lang="en-US" dirty="0">
                <a:cs typeface="Calibri"/>
              </a:rPr>
              <a:t>70</a:t>
            </a:r>
            <a:r>
              <a:rPr lang="hu-HU" dirty="0">
                <a:cs typeface="Calibri"/>
              </a:rPr>
              <a:t>00 </a:t>
            </a:r>
            <a:r>
              <a:rPr lang="en-US" dirty="0">
                <a:cs typeface="Calibri"/>
              </a:rPr>
              <a:t>issues</a:t>
            </a:r>
            <a:r>
              <a:rPr lang="hu-HU" dirty="0">
                <a:cs typeface="Calibri"/>
              </a:rPr>
              <a:t> (</a:t>
            </a:r>
            <a:r>
              <a:rPr lang="en-US" dirty="0">
                <a:cs typeface="Calibri"/>
              </a:rPr>
              <a:t>61</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11800 commits, 1</a:t>
            </a:r>
            <a:r>
              <a:rPr lang="hu-HU" dirty="0"/>
              <a:t>80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5" name="Picture 4" descr="A group of people posing for a photo&#10;&#10;Description automatically generated">
            <a:extLst>
              <a:ext uri="{FF2B5EF4-FFF2-40B4-BE49-F238E27FC236}">
                <a16:creationId xmlns:a16="http://schemas.microsoft.com/office/drawing/2014/main" id="{607EBF1C-23AE-050C-3281-2E09B8AAD5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320546"/>
            <a:ext cx="10517207" cy="5434584"/>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https://fly.eg/</a:t>
            </a:r>
            <a:endParaRPr lang="en-US" dirty="0"/>
          </a:p>
          <a:p>
            <a:r>
              <a:rPr lang="en-US" dirty="0">
                <a:hlinkClick r:id="rId6"/>
              </a:rPr>
              <a:t>https://www.houseofblues.com/</a:t>
            </a:r>
            <a:endParaRPr lang="en-US" dirty="0"/>
          </a:p>
          <a:p>
            <a:r>
              <a:rPr lang="en-US" dirty="0">
                <a:hlinkClick r:id="rId7"/>
              </a:rPr>
              <a:t>https://santamonica.gov/</a:t>
            </a:r>
            <a:endParaRPr lang="en-US" dirty="0"/>
          </a:p>
          <a:p>
            <a:r>
              <a:rPr lang="en-US" dirty="0">
                <a:hlinkClick r:id="rId8"/>
              </a:rPr>
              <a:t>https://folkways.si.edu/</a:t>
            </a:r>
            <a:endParaRPr lang="en-US" dirty="0"/>
          </a:p>
          <a:p>
            <a:r>
              <a:rPr lang="en-US" dirty="0">
                <a:hlinkClick r:id="rId9"/>
              </a:rPr>
              <a:t>https://esd.wa.gov/</a:t>
            </a:r>
            <a:endParaRPr lang="en-US" dirty="0"/>
          </a:p>
          <a:p>
            <a:r>
              <a:rPr lang="en-US" dirty="0"/>
              <a:t>Also see </a:t>
            </a:r>
            <a:r>
              <a:rPr lang="en-US" dirty="0">
                <a:hlinkClick r:id="rId10"/>
              </a:rPr>
              <a:t>https://showorchard.com/</a:t>
            </a:r>
            <a:r>
              <a:rPr lang="en-US" dirty="0"/>
              <a:t> </a:t>
            </a:r>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328</TotalTime>
  <Words>781</Words>
  <Application>Microsoft Office PowerPoint</Application>
  <PresentationFormat>Widescreen</PresentationFormat>
  <Paragraphs>74</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80</cp:revision>
  <dcterms:created xsi:type="dcterms:W3CDTF">2019-11-23T13:27:02Z</dcterms:created>
  <dcterms:modified xsi:type="dcterms:W3CDTF">2025-02-01T04:50:01Z</dcterms:modified>
</cp:coreProperties>
</file>
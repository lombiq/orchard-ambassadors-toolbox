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58" autoAdjust="0"/>
  </p:normalViewPr>
  <p:slideViewPr>
    <p:cSldViewPr snapToGrid="0">
      <p:cViewPr varScale="1">
        <p:scale>
          <a:sx n="109" d="100"/>
          <a:sy n="109" d="100"/>
        </p:scale>
        <p:origin x="126" y="102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7/30/2026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a:t>Have </a:t>
            </a:r>
            <a:r>
              <a:rPr lang="en-US" noProof="0" dirty="0"/>
              <a:t>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7/30/2026</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7/30/2026</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roswell.ilea.state.gov/" TargetMode="External"/><Relationship Id="rId3" Type="http://schemas.openxmlformats.org/officeDocument/2006/relationships/hyperlink" Target="https://www.rvc.ac.uk/" TargetMode="External"/><Relationship Id="rId7" Type="http://schemas.openxmlformats.org/officeDocument/2006/relationships/hyperlink" Target="https://www.propertybrokers.co.nz/"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usafa.org/" TargetMode="External"/><Relationship Id="rId11" Type="http://schemas.openxmlformats.org/officeDocument/2006/relationships/hyperlink" Target="https://showorchard.com/" TargetMode="External"/><Relationship Id="rId5" Type="http://schemas.openxmlformats.org/officeDocument/2006/relationships/hyperlink" Target="https://customer-services-parts.cz.daimlertruck.com/" TargetMode="External"/><Relationship Id="rId10" Type="http://schemas.openxmlformats.org/officeDocument/2006/relationships/hyperlink" Target="https://santamonica.gov/" TargetMode="External"/><Relationship Id="rId4" Type="http://schemas.openxmlformats.org/officeDocument/2006/relationships/hyperlink" Target="https://mypension.sony.co.uk/" TargetMode="External"/><Relationship Id="rId9" Type="http://schemas.openxmlformats.org/officeDocument/2006/relationships/hyperlink" Target="https://folkways.si.edu/"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10</a:t>
            </a:r>
            <a:r>
              <a:rPr lang="hu-HU" dirty="0"/>
              <a:t>, ASP.NET </a:t>
            </a:r>
            <a:r>
              <a:rPr lang="en-US" dirty="0"/>
              <a:t>Core</a:t>
            </a:r>
            <a:r>
              <a:rPr lang="hu-HU" dirty="0"/>
              <a:t> MVC</a:t>
            </a:r>
            <a:endParaRPr lang="en-US" dirty="0"/>
          </a:p>
          <a:p>
            <a:r>
              <a:rPr lang="en-US" dirty="0"/>
              <a:t>Open-source (.NET Foundation)</a:t>
            </a:r>
          </a:p>
          <a:p>
            <a:r>
              <a:rPr lang="en-US" dirty="0">
                <a:cs typeface="Calibri"/>
              </a:rPr>
              <a:t>80</a:t>
            </a:r>
            <a:r>
              <a:rPr lang="hu-HU" dirty="0">
                <a:cs typeface="Calibri"/>
              </a:rPr>
              <a:t>00 </a:t>
            </a:r>
            <a:r>
              <a:rPr lang="en-US" dirty="0">
                <a:cs typeface="Calibri"/>
              </a:rPr>
              <a:t>commits</a:t>
            </a:r>
            <a:r>
              <a:rPr lang="hu-HU" dirty="0">
                <a:cs typeface="Calibri"/>
              </a:rPr>
              <a:t>, </a:t>
            </a:r>
            <a:r>
              <a:rPr lang="en-US" dirty="0">
                <a:cs typeface="Calibri"/>
              </a:rPr>
              <a:t>340</a:t>
            </a:r>
            <a:r>
              <a:rPr lang="hu-HU" dirty="0">
                <a:cs typeface="Calibri"/>
              </a:rPr>
              <a:t> </a:t>
            </a:r>
            <a:r>
              <a:rPr lang="en-US" dirty="0">
                <a:cs typeface="Calibri"/>
              </a:rPr>
              <a:t>contributors</a:t>
            </a:r>
            <a:r>
              <a:rPr lang="hu-HU" dirty="0">
                <a:cs typeface="Calibri"/>
              </a:rPr>
              <a:t>, </a:t>
            </a:r>
            <a:r>
              <a:rPr lang="en-US" dirty="0">
                <a:cs typeface="Calibri"/>
              </a:rPr>
              <a:t>74</a:t>
            </a:r>
            <a:r>
              <a:rPr lang="hu-HU" dirty="0">
                <a:cs typeface="Calibri"/>
              </a:rPr>
              <a:t>00 </a:t>
            </a:r>
            <a:r>
              <a:rPr lang="en-US" dirty="0">
                <a:cs typeface="Calibri"/>
              </a:rPr>
              <a:t>issues</a:t>
            </a:r>
            <a:r>
              <a:rPr lang="hu-HU" dirty="0">
                <a:cs typeface="Calibri"/>
              </a:rPr>
              <a:t> (</a:t>
            </a:r>
            <a:r>
              <a:rPr lang="en-US" dirty="0">
                <a:cs typeface="Calibri"/>
              </a:rPr>
              <a:t>66</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11900 commits, 19</a:t>
            </a:r>
            <a:r>
              <a:rPr lang="hu-HU" dirty="0"/>
              <a:t>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a:p>
            <a:r>
              <a:rPr lang="en-US" dirty="0"/>
              <a:t>2024: Orchard Core v2</a:t>
            </a:r>
          </a:p>
          <a:p>
            <a:r>
              <a:rPr lang="en-US" dirty="0"/>
              <a:t>2026: Orchard Core v3</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Kép 3" descr="A képen ruházat, személy, ember, fedett pályás látható&#10;&#10;Előfordulhat, hogy az AI által létrehozott tartalom helytelen.">
            <a:extLst>
              <a:ext uri="{FF2B5EF4-FFF2-40B4-BE49-F238E27FC236}">
                <a16:creationId xmlns:a16="http://schemas.microsoft.com/office/drawing/2014/main" id="{F36BC9DF-7ABE-6E6E-C5B9-5E7BB33E0B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391" y="1264985"/>
            <a:ext cx="8235218" cy="5490145"/>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lnSpcReduction="10000"/>
          </a:bodyPr>
          <a:lstStyle/>
          <a:p>
            <a:r>
              <a:rPr lang="en-US" dirty="0">
                <a:hlinkClick r:id="rId3"/>
              </a:rPr>
              <a:t>https://www.rvc.ac.uk/</a:t>
            </a:r>
            <a:endParaRPr lang="en-US" dirty="0"/>
          </a:p>
          <a:p>
            <a:r>
              <a:rPr lang="en-US" dirty="0">
                <a:hlinkClick r:id="rId4"/>
              </a:rPr>
              <a:t>https://mypension.sony.co.uk/</a:t>
            </a:r>
            <a:endParaRPr lang="en-US" dirty="0"/>
          </a:p>
          <a:p>
            <a:r>
              <a:rPr lang="en-US" dirty="0">
                <a:hlinkClick r:id="rId5"/>
              </a:rPr>
              <a:t>https://customer-services-parts.cz.daimlertruck.com/</a:t>
            </a:r>
            <a:r>
              <a:rPr lang="en-US" dirty="0"/>
              <a:t> </a:t>
            </a:r>
          </a:p>
          <a:p>
            <a:r>
              <a:rPr lang="en-US" dirty="0">
                <a:hlinkClick r:id="rId6"/>
              </a:rPr>
              <a:t>https://usafa.org/</a:t>
            </a:r>
            <a:r>
              <a:rPr lang="en-US" dirty="0"/>
              <a:t> </a:t>
            </a:r>
          </a:p>
          <a:p>
            <a:r>
              <a:rPr lang="en-US" dirty="0">
                <a:hlinkClick r:id="rId7"/>
              </a:rPr>
              <a:t>https://www.propertybrokers.co.nz/</a:t>
            </a:r>
            <a:endParaRPr lang="en-US" dirty="0"/>
          </a:p>
          <a:p>
            <a:r>
              <a:rPr lang="en-US" dirty="0">
                <a:hlinkClick r:id="rId8"/>
              </a:rPr>
              <a:t>https://roswell.ilea.state.gov/</a:t>
            </a:r>
            <a:endParaRPr lang="en-US" dirty="0"/>
          </a:p>
          <a:p>
            <a:r>
              <a:rPr lang="en-US" dirty="0">
                <a:hlinkClick r:id="rId9"/>
              </a:rPr>
              <a:t>https://folkways.si.edu/</a:t>
            </a:r>
            <a:endParaRPr lang="en-US" dirty="0"/>
          </a:p>
          <a:p>
            <a:r>
              <a:rPr lang="en-US" dirty="0">
                <a:hlinkClick r:id="rId10"/>
              </a:rPr>
              <a:t>https://santamonica.gov/</a:t>
            </a:r>
            <a:endParaRPr lang="en-US" dirty="0"/>
          </a:p>
          <a:p>
            <a:r>
              <a:rPr lang="en-US" dirty="0"/>
              <a:t>Also see </a:t>
            </a:r>
            <a:r>
              <a:rPr lang="en-US" dirty="0">
                <a:hlinkClick r:id="rId11"/>
              </a:rPr>
              <a:t>https://showorchard.com/</a:t>
            </a:r>
            <a:endParaRPr lang="en-US" dirty="0"/>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626</TotalTime>
  <Words>793</Words>
  <Application>Microsoft Office PowerPoint</Application>
  <PresentationFormat>Widescreen</PresentationFormat>
  <Paragraphs>77</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87</cp:revision>
  <dcterms:created xsi:type="dcterms:W3CDTF">2019-11-23T13:27:02Z</dcterms:created>
  <dcterms:modified xsi:type="dcterms:W3CDTF">2026-07-29T22:28:39Z</dcterms:modified>
</cp:coreProperties>
</file>